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45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4F6EF7">
              <a:alpha val="18000"/>
            </a:srgbClr>
          </a:solidFill>
          <a:ln w="12700">
            <a:solidFill>
              <a:srgbClr val="4F6EF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Numérique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E-Réputation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Comprendre, construire et protéger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présence en ligne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09728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965960" y="4206240"/>
            <a:ext cx="274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001" name="Ygg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00" y="4423500"/>
            <a:ext cx="6200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Sommaire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3152" cy="10058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6EF7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344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l'identité numérique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1148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0" y="914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1344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composantes de votre présence en ligne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1148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2578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E-Réputation : enjeux et risques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41148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2578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e-réputation positive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1148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et gérer sa réputation en ligne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41148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3337560"/>
            <a:ext cx="73152" cy="10058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6EF7"/>
                </a:solidFill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0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et bonnes pratiques</a:t>
            </a:r>
            <a:endParaRPr lang="en-US" sz="1200" dirty="0"/>
          </a:p>
        </p:txBody>
      </p:sp>
      <p:sp>
        <p:nvSpPr>
          <p:cNvPr id="900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  Qu'est-ce que l'identité numérique 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30352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73152" cy="128016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6EF7"/>
                </a:solidFill>
              </a:rPr>
              <a:t>Définition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L'identité numérique est l'ensemble des traces, données et représentations qu'un individu laisse ou produit sur Internet. Elle se construit à la fois volontairement (profils, publications) et involontairement (données collectées, mentions).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66928" y="2423160"/>
            <a:ext cx="457200" cy="45720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Identité déclarative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Ce que vous dites de vous (bio, CV, profils)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Identité agissante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538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Ce que vous faites en ligne (likes, achats, navigation)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188720" y="40965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Identité calculée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407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Ce que les algorithmes déduisent de vos comportements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777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17920" y="914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6EF7"/>
                </a:solidFill>
              </a:rPr>
              <a:t>92%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des recruteurs vérifient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votre présence en ligne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331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1792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70%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217920" y="3063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des internautes 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gèrent pas leur e-réputation</a:t>
            </a:r>
            <a:endParaRPr lang="en-US" sz="10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84048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9516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Sources : LinkedIn, Ifop 2024</a:t>
            </a:r>
            <a:endParaRPr lang="en-US" sz="900" dirty="0"/>
          </a:p>
        </p:txBody>
      </p:sp>
      <p:sp>
        <p:nvSpPr>
          <p:cNvPr id="900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  Les composantes de votre présence en ligne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594360" cy="59436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941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62D"/>
                </a:solidFill>
              </a:rPr>
              <a:t>Réseaux sociaux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344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LinkedIn, Twitter/X, Instagram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2588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Facebook, TikTok, Snapchat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325880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Profils publics ou semi-publics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77724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029200" y="960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058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941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62D"/>
                </a:solidFill>
              </a:rPr>
              <a:t>Résultats de recherche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0720" y="1344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Google, Bing, DuckDuckGo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7607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Articles, mentions, forums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760720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Images et vidéos indexées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78892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594360" y="29718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1752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62D"/>
                </a:solidFill>
              </a:rPr>
              <a:t>Sites &amp; blogs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325880" y="3355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Sites personnels ou professionnels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32588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Portfolios et pages dédiées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325880" y="4050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Commentaires et avis laissés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892040" y="278892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5029200" y="29718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1752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6072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62D"/>
                </a:solidFill>
              </a:rPr>
              <a:t>Médias &amp; contenus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760720" y="3355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Photos et vidéos publiées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7607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Podcasts, interviews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760720" y="4050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 Contenus partagés par d'autres</a:t>
            </a:r>
            <a:endParaRPr lang="en-US" sz="1050" dirty="0"/>
          </a:p>
        </p:txBody>
      </p:sp>
      <p:sp>
        <p:nvSpPr>
          <p:cNvPr id="900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850"/>
          </a:solidFill>
          <a:ln w="12700">
            <a:solidFill>
              <a:srgbClr val="1E28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  E-Réputation : enjeux et risques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6EF7"/>
                </a:solidFill>
              </a:rPr>
              <a:t>Votre réputation en ligne vous précède…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508760"/>
          </a:xfrm>
          <a:prstGeom prst="rect">
            <a:avLst/>
          </a:prstGeom>
          <a:solidFill>
            <a:srgbClr val="1A2040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27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Bad buzz &amp; shitstorm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892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publication mal perçue peut devenir virale en quelques heures et nuire durablement à votre image.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1417320"/>
            <a:ext cx="3977640" cy="1508760"/>
          </a:xfrm>
          <a:prstGeom prst="rect">
            <a:avLst/>
          </a:prstGeom>
          <a:solidFill>
            <a:srgbClr val="1A204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029200" y="155448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00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527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Cybersurveillance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60720" y="1892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Employeurs, partenaires, proches : tout le monde peut vous « googler » avant une rencontre.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77640" cy="1508760"/>
          </a:xfrm>
          <a:prstGeom prst="rect">
            <a:avLst/>
          </a:prstGeom>
          <a:solidFill>
            <a:srgbClr val="1A2040"/>
          </a:solidFill>
          <a:ln w="1905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594360" y="3246120"/>
            <a:ext cx="594360" cy="59436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918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EF7"/>
                </a:solidFill>
              </a:rPr>
              <a:t>Usurpation d'identité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25880" y="35844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personnelles peuvent être exploitées pour créer de faux profils ou nuire à votre réputation.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92040" y="3108960"/>
            <a:ext cx="3977640" cy="1508760"/>
          </a:xfrm>
          <a:prstGeom prst="rect">
            <a:avLst/>
          </a:prstGeom>
          <a:solidFill>
            <a:srgbClr val="1A2040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5029200" y="3246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9184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Droit à l'oubli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60720" y="35844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contenus négatifs indexés restent accessibles longtemps, même après suppression à la source.</a:t>
            </a:r>
            <a:endParaRPr lang="en-US" sz="1050" dirty="0"/>
          </a:p>
        </p:txBody>
      </p:sp>
      <p:sp>
        <p:nvSpPr>
          <p:cNvPr id="900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  Construire une e-réputation positive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822960"/>
            <a:ext cx="45720" cy="4114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822960"/>
            <a:ext cx="640080" cy="64008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00200" y="822960"/>
            <a:ext cx="70866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37360" y="868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Auditez votre situation actuelle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2070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Googlez-vous. Listez tout ce qui apparaît : réseaux, articles, images, commentaires.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84708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600200" y="1847088"/>
            <a:ext cx="70866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737360" y="18928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Optimisez vos profils existants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23113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professionnelle, bio claire, informations cohérentes sur toutes les plateformes.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71216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2871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600200" y="2871216"/>
            <a:ext cx="70866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737360" y="29169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Produisez du contenu de valeur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32552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posts, partages qui démontrent votre expertise et vos centres d'intérêt.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895344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7240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600200" y="3895344"/>
            <a:ext cx="70866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737360" y="39410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2D"/>
                </a:solidFill>
              </a:rPr>
              <a:t>Engagez la conversation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42793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Répondez aux commentaires, rejoignez des groupes, participez aux discussions de votre secteur.</a:t>
            </a:r>
            <a:endParaRPr lang="en-US" sz="1100" dirty="0"/>
          </a:p>
        </p:txBody>
      </p:sp>
      <p:sp>
        <p:nvSpPr>
          <p:cNvPr id="9006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  Protéger et gérer sa réputation en ligne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840480" cy="41148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Paramètres &amp; confidentialité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56032" cy="25603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128930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régulièrement la visibilité de vos profils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Activez l'authentification à deux facteurs partout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256032" cy="25603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Limitez les informations personnelles publiées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00984"/>
            <a:ext cx="256032" cy="25603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32644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Revoyez les applications tierces connectées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256032" cy="25603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68680" y="39227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Exercez votre droit à l'oubli (RGPD)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77724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777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Gestion de crise e-réputation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32588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57800" y="128930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supprimez pas : expliquez et corrigez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198424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57800" y="19476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Répondez vite, de façon calme et factuelle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642616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257800" y="26060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Contactez la source pour demander une correction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30098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257800" y="32644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Produisez du contenu positif pour contre-balancer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959352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257800" y="39227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appel à un spécialiste si nécessaire</a:t>
            </a:r>
            <a:endParaRPr lang="en-US" sz="1100" dirty="0"/>
          </a:p>
        </p:txBody>
      </p:sp>
      <p:sp>
        <p:nvSpPr>
          <p:cNvPr id="9007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62D"/>
          </a:solidFill>
          <a:ln w="12700">
            <a:solidFill>
              <a:srgbClr val="121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  Outils et bonnes pratiques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77640" cy="41148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Surveillance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Alerts : alertes sur votre nom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Mention.com : monitoring des mentions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Talkwalker Alerts : veille gratuite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77724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892040" y="777240"/>
            <a:ext cx="39776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0" y="777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Profils &amp; personal branding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LinkedIn : réseau pro incontournable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492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About.me : page de présentation unique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4920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Namechk : vérifier disponibilité pseudo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9776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Gestion des avis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My Business : avis locaux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648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Trustpilot : réputation d'entreprise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050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Glassdoor : réputation employeur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743200"/>
            <a:ext cx="3977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92040" y="2743200"/>
            <a:ext cx="39776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2920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Suppression de contenu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Suppression de contenu RGPD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3648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Forget.me : droit à l'oubli en ligne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74920" y="4050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Reputation.com : gestion professionnelle</a:t>
            </a:r>
            <a:endParaRPr lang="en-US" sz="1050" dirty="0"/>
          </a:p>
        </p:txBody>
      </p:sp>
      <p:sp>
        <p:nvSpPr>
          <p:cNvPr id="9008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5486400" cy="5486400"/>
          </a:xfrm>
          <a:prstGeom prst="ellipse">
            <a:avLst/>
          </a:prstGeom>
          <a:solidFill>
            <a:srgbClr val="4F6EF7">
              <a:alpha val="12000"/>
            </a:srgbClr>
          </a:solidFill>
          <a:ln w="12700">
            <a:solidFill>
              <a:srgbClr val="4F6EF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772400" cy="6858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2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04672" y="14173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identité numérique existe, que vous la gériez ou non.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21992"/>
            <a:ext cx="7772400" cy="6858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2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2219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e-réputation solide se construit dans la durée, avec régularité et authenticité.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26664"/>
            <a:ext cx="7772400" cy="6858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2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04672" y="30266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02666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ses données et paramètres de confidentialité est non-négociable.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831336"/>
            <a:ext cx="7772400" cy="6858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2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04672" y="383133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présence en ligne maîtrisée est un atout professionnel et personnel majeur.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6EF7"/>
                </a:solidFill>
              </a:rPr>
              <a:t>Des questions ?</a:t>
            </a:r>
            <a:endParaRPr lang="en-US" sz="1600" dirty="0"/>
          </a:p>
        </p:txBody>
      </p:sp>
      <p:sp>
        <p:nvSpPr>
          <p:cNvPr id="9009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Affichage à l'écran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Identité Numérique &amp; E-Réputation</dc:title>
  <dc:subject>PptxGenJS Presentation</dc:subject>
  <dc:creator>PptxGenJS</dc:creator>
  <cp:lastModifiedBy>titi 23</cp:lastModifiedBy>
  <cp:revision>1</cp:revision>
  <dcterms:created xsi:type="dcterms:W3CDTF">2026-05-26T14:21:20Z</dcterms:created>
  <dcterms:modified xsi:type="dcterms:W3CDTF">2026-06-28T17:39:49Z</dcterms:modified>
</cp:coreProperties>
</file>