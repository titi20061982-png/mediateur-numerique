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67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9454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4F6EF7">
              <a:alpha val="18000"/>
            </a:srgbClr>
          </a:solidFill>
          <a:ln w="12700">
            <a:solidFill>
              <a:srgbClr val="4F6EF7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FORMATION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Numérique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E-Réputation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Comprendre, construire et protéger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présence en ligne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4206240"/>
            <a:ext cx="1097280" cy="36576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965960" y="4206240"/>
            <a:ext cx="2743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9001" name="Ygg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00" y="4423500"/>
            <a:ext cx="620000" cy="62000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1A5C08DB-9C45-F952-B225-A8E740916CF7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Sommaire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73152" cy="1005840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6EF7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3441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l'identité numérique 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86868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846320" y="868680"/>
            <a:ext cx="73152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029200" y="914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0" y="13441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composantes de votre présence en ligne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73152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40080" y="21488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25786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E-Réputation : enjeux et risques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10312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846320" y="2103120"/>
            <a:ext cx="73152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029200" y="21488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029200" y="25786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e-réputation positive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73152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" y="33832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08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et gérer sa réputation en ligne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46320" y="3337560"/>
            <a:ext cx="4114800" cy="100584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846320" y="3337560"/>
            <a:ext cx="73152" cy="1005840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029200" y="33832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6EF7"/>
                </a:solidFill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02920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et bonnes pratiques</a:t>
            </a:r>
            <a:endParaRPr lang="en-US" sz="1200" dirty="0"/>
          </a:p>
        </p:txBody>
      </p:sp>
      <p:sp>
        <p:nvSpPr>
          <p:cNvPr id="9002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57237641-305A-BF24-3A25-27B39E80FCA4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  Qu'est-ce que l'identité numérique 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303520" cy="128016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73152" cy="1280160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841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6EF7"/>
                </a:solidFill>
              </a:rPr>
              <a:t>Définition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1430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L'identité numérique est l'ensemble des traces, données et représentations qu'un individu laisse ou produit sur Internet. Elle se construit à la fois volontairement (profils, publications) et involontairement (données collectées, mentions).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566928" y="2423160"/>
            <a:ext cx="457200" cy="457200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188720" y="235915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Identité déclarative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Ce que vous dites de vous (bio, CV, profils)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66928" y="329184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188720" y="3227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Identité agissante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538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Ce que vous faites en ligne (likes, achats, navigation)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188720" y="40965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Identité calculée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44074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Ce que les algorithmes déduisent de vos comportements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7772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217920" y="914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4F6EF7"/>
                </a:solidFill>
              </a:rPr>
              <a:t>92%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6217920" y="1508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des recruteurs vérifient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votre présence en ligne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233172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6217920" y="2468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70%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6217920" y="3063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des internautes ne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gèrent pas leur e-réputation</a:t>
            </a:r>
            <a:endParaRPr lang="en-US" sz="10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840480"/>
            <a:ext cx="457200" cy="4572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995160" y="3886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Sources : LinkedIn, Ifop 2024</a:t>
            </a:r>
            <a:endParaRPr lang="en-US" sz="900" dirty="0"/>
          </a:p>
        </p:txBody>
      </p:sp>
      <p:sp>
        <p:nvSpPr>
          <p:cNvPr id="9003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B747F81-AE57-5749-CAD7-FEF4E20385B6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  Les composantes de votre présence en ligne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94360" y="960120"/>
            <a:ext cx="594360" cy="594360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058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941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62D"/>
                </a:solidFill>
              </a:rPr>
              <a:t>Réseaux sociaux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25880" y="1344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LinkedIn, Twitter/X, Instagram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32588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Facebook, TikTok, Snapchat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325880" y="20391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Profils publics ou semi-publics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77724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0" y="960120"/>
            <a:ext cx="594360" cy="5943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00584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60720" y="941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62D"/>
                </a:solidFill>
              </a:rPr>
              <a:t>Résultats de recherche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760720" y="1344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Google, Bing, DuckDuckGo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76072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Articles, mentions, forums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760720" y="20391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Images et vidéos indexées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278892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594360" y="2971800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01752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62D"/>
                </a:solidFill>
              </a:rPr>
              <a:t>Sites &amp; blogs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325880" y="33558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Sites personnels ou professionnels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132588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Portfolios et pages dédiées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325880" y="40507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Commentaires et avis laissés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892040" y="278892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5029200" y="2971800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017520"/>
            <a:ext cx="502920" cy="5029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76072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62D"/>
                </a:solidFill>
              </a:rPr>
              <a:t>Médias &amp; contenus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5760720" y="33558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Photos et vidéos publiées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576072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Podcasts, interviews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5760720" y="40507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→  Contenus partagés par d'autres</a:t>
            </a:r>
            <a:endParaRPr lang="en-US" sz="1050" dirty="0"/>
          </a:p>
        </p:txBody>
      </p:sp>
      <p:sp>
        <p:nvSpPr>
          <p:cNvPr id="9004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15A22161-C540-8DA2-A69F-BA14296BA274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850"/>
          </a:solidFill>
          <a:ln w="12700">
            <a:solidFill>
              <a:srgbClr val="1E285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  E-Réputation : enjeux et risques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F6EF7"/>
                </a:solidFill>
              </a:rPr>
              <a:t>Votre réputation en ligne vous précède…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77640" cy="1508760"/>
          </a:xfrm>
          <a:prstGeom prst="rect">
            <a:avLst/>
          </a:prstGeom>
          <a:solidFill>
            <a:srgbClr val="1A2040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594360" cy="5943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527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</a:rPr>
              <a:t>Bad buzz &amp; shitstorm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25880" y="1892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publication mal perçue peut devenir virale en quelques heures et nuire durablement à votre image.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1417320"/>
            <a:ext cx="3977640" cy="1508760"/>
          </a:xfrm>
          <a:prstGeom prst="rect">
            <a:avLst/>
          </a:prstGeom>
          <a:solidFill>
            <a:srgbClr val="1A2040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0" y="1554480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60020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60720" y="1527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Cybersurveillance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760720" y="1892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Employeurs, partenaires, proches : tout le monde peut vous « googler » avant une rencontre.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57200" y="3108960"/>
            <a:ext cx="3977640" cy="1508760"/>
          </a:xfrm>
          <a:prstGeom prst="rect">
            <a:avLst/>
          </a:prstGeom>
          <a:solidFill>
            <a:srgbClr val="1A2040"/>
          </a:solidFill>
          <a:ln w="1905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94360" y="3246120"/>
            <a:ext cx="594360" cy="594360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9184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218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6EF7"/>
                </a:solidFill>
              </a:rPr>
              <a:t>Usurpation d'identité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325880" y="358444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données personnelles peuvent être exploitées pour créer de faux profils ou nuire à votre réputation.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892040" y="3108960"/>
            <a:ext cx="3977640" cy="1508760"/>
          </a:xfrm>
          <a:prstGeom prst="rect">
            <a:avLst/>
          </a:prstGeom>
          <a:solidFill>
            <a:srgbClr val="1A2040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7"/>
          <p:cNvSpPr/>
          <p:nvPr/>
        </p:nvSpPr>
        <p:spPr>
          <a:xfrm>
            <a:off x="5029200" y="3246120"/>
            <a:ext cx="594360" cy="5943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29184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760720" y="3218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Droit à l'oubli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760720" y="358444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contenus négatifs indexés restent accessibles longtemps, même après suppression à la source.</a:t>
            </a:r>
            <a:endParaRPr lang="en-US" sz="1050" dirty="0"/>
          </a:p>
        </p:txBody>
      </p:sp>
      <p:sp>
        <p:nvSpPr>
          <p:cNvPr id="9005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3019386-F5B7-F972-6011-9FC448763B91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  Construire une e-réputation positive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822960"/>
            <a:ext cx="45720" cy="41148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77240" y="822960"/>
            <a:ext cx="640080" cy="640080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77240" y="822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600200" y="822960"/>
            <a:ext cx="7086600" cy="91440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737360" y="868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Auditez votre situation actuelle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37360" y="120700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Googlez-vous. Listez tout ce qui apparaît : réseaux, articles, images, commentaires.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847088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77240" y="18470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600200" y="1847088"/>
            <a:ext cx="7086600" cy="91440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737360" y="18928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Optimisez vos profils existants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37360" y="223113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professionnelle, bio claire, informations cohérentes sur toutes les plateformes.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2871216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777240" y="28712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600200" y="2871216"/>
            <a:ext cx="7086600" cy="91440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737360" y="2916936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Produisez du contenu de valeur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37360" y="325526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posts, partages qui démontrent votre expertise et vos centres d'intérêt.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895344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77240" y="38953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600200" y="3895344"/>
            <a:ext cx="7086600" cy="91440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1737360" y="3941064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62D"/>
                </a:solidFill>
              </a:rPr>
              <a:t>Engagez la conversation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37360" y="427939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Répondez aux commentaires, rejoignez des groupes, participez aux discussions de votre secteur.</a:t>
            </a:r>
            <a:endParaRPr lang="en-US" sz="1100" dirty="0"/>
          </a:p>
        </p:txBody>
      </p:sp>
      <p:sp>
        <p:nvSpPr>
          <p:cNvPr id="9006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91145016-BF5F-635B-DD90-0DDC5DFA38E0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 Protéger et gérer sa réputation en ligne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3840480" cy="411480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Paramètres &amp; confidentialité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56032" cy="256032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68680" y="128930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Vérifiez régulièrement la visibilité de vos profils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984248"/>
            <a:ext cx="256032" cy="256032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868680" y="19476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Activez l'authentification à deux facteurs partout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642616"/>
            <a:ext cx="256032" cy="256032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68680" y="26060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Limitez les informations personnelles publiées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300984"/>
            <a:ext cx="256032" cy="256032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68680" y="326440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Revoyez les applications tierces connectées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959352"/>
            <a:ext cx="256032" cy="256032"/>
          </a:xfrm>
          <a:prstGeom prst="ellipse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68680" y="3922776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Exercez votre droit à l'oubli (RGPD)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777240"/>
            <a:ext cx="384048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46320" y="777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Gestion de crise e-réputation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92040" y="1325880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257800" y="128930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supprimez pas : expliquez et corrigez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1984248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257800" y="19476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Répondez vite, de façon calme et factuelle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92040" y="2642616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257800" y="26060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Contactez la source pour demander une correction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330098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257800" y="326440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Produisez du contenu positif pour contre-balancer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3959352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257800" y="3922776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1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 appel à un spécialiste si nécessaire</a:t>
            </a:r>
            <a:endParaRPr lang="en-US" sz="1100" dirty="0"/>
          </a:p>
        </p:txBody>
      </p:sp>
      <p:sp>
        <p:nvSpPr>
          <p:cNvPr id="9007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8E4F859-3DE1-611C-478E-8A368620914F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2162D"/>
          </a:solidFill>
          <a:ln w="12700">
            <a:solidFill>
              <a:srgbClr val="1216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  Outils et bonnes pratiques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77640" cy="411480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Surveillance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Alerts : alertes sur votre nom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6824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Mention.com : monitoring des mentions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Talkwalker Alerts : veille gratuite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92040" y="77724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892040" y="777240"/>
            <a:ext cx="397764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0" y="777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Profils &amp; personal branding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74920" y="1280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LinkedIn : réseau pro incontournable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74920" y="16824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About.me : page de présentation unique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74920" y="2084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Namechk : vérifier disponibilité pseudo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397764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94360" y="2743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Gestion des avis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246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My Business : avis locaux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648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Trustpilot : réputation d'entreprise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Glassdoor : réputation employeur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2743200"/>
            <a:ext cx="397764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892040" y="2743200"/>
            <a:ext cx="397764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029200" y="2743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Suppression de contenu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4920" y="3246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Suppression de contenu RGPD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74920" y="3648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Forget.me : droit à l'oubli en ligne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74920" y="4050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Reputation.com : gestion professionnelle</a:t>
            </a:r>
            <a:endParaRPr lang="en-US" sz="1050" dirty="0"/>
          </a:p>
        </p:txBody>
      </p:sp>
      <p:sp>
        <p:nvSpPr>
          <p:cNvPr id="9008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ED8177C-1D78-1759-4439-4DF6CE48816F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828800"/>
            <a:ext cx="5486400" cy="5486400"/>
          </a:xfrm>
          <a:prstGeom prst="ellipse">
            <a:avLst/>
          </a:prstGeom>
          <a:solidFill>
            <a:srgbClr val="4F6EF7">
              <a:alpha val="12000"/>
            </a:srgbClr>
          </a:solidFill>
          <a:ln w="12700">
            <a:solidFill>
              <a:srgbClr val="4F6EF7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0" y="-1828800"/>
            <a:ext cx="4572000" cy="4572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097280" cy="54864"/>
          </a:xfrm>
          <a:prstGeom prst="rect">
            <a:avLst/>
          </a:prstGeom>
          <a:solidFill>
            <a:srgbClr val="4F6EF7"/>
          </a:solidFill>
          <a:ln w="12700">
            <a:solidFill>
              <a:srgbClr val="4F6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772400" cy="685800"/>
          </a:xfrm>
          <a:prstGeom prst="rect">
            <a:avLst/>
          </a:prstGeom>
          <a:solidFill>
            <a:srgbClr val="1A2245"/>
          </a:solidFill>
          <a:ln w="12700">
            <a:solidFill>
              <a:srgbClr val="2A326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04672" y="14173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41732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identité numérique existe, que vous la gériez ou non.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7772400" cy="685800"/>
          </a:xfrm>
          <a:prstGeom prst="rect">
            <a:avLst/>
          </a:prstGeom>
          <a:solidFill>
            <a:srgbClr val="1A2245"/>
          </a:solidFill>
          <a:ln w="12700">
            <a:solidFill>
              <a:srgbClr val="2A326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804672" y="2221992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22199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e-réputation solide se construit dans la durée, avec régularité et authenticité.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026664"/>
            <a:ext cx="7772400" cy="685800"/>
          </a:xfrm>
          <a:prstGeom prst="rect">
            <a:avLst/>
          </a:prstGeom>
          <a:solidFill>
            <a:srgbClr val="1A2245"/>
          </a:solidFill>
          <a:ln w="12700">
            <a:solidFill>
              <a:srgbClr val="2A326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04672" y="3026664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026664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ses données et paramètres de confidentialité est non-négociable.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831336"/>
            <a:ext cx="7772400" cy="685800"/>
          </a:xfrm>
          <a:prstGeom prst="rect">
            <a:avLst/>
          </a:prstGeom>
          <a:solidFill>
            <a:srgbClr val="1A2245"/>
          </a:solidFill>
          <a:ln w="12700">
            <a:solidFill>
              <a:srgbClr val="2A326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04672" y="3831336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3831336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présence en ligne maîtrisée est un atout professionnel et personnel majeur.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6EF7"/>
                </a:solidFill>
              </a:rPr>
              <a:t>Des questions ?</a:t>
            </a:r>
            <a:endParaRPr lang="en-US" sz="1600" dirty="0"/>
          </a:p>
        </p:txBody>
      </p:sp>
      <p:sp>
        <p:nvSpPr>
          <p:cNvPr id="9009" name="YggSign"/>
          <p:cNvSpPr txBox="1"/>
          <p:nvPr/>
        </p:nvSpPr>
        <p:spPr>
          <a:xfrm>
            <a:off x="200000" y="4843500"/>
            <a:ext cx="6500000" cy="2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fr-FR" sz="900" b="0">
                <a:solidFill>
                  <a:srgbClr val="8A93A8"/>
                </a:solidFill>
              </a:rPr>
              <a:t>Yggdrasil · Cédric WALTENER · Médiateur Numérique · 2026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AD65FC2-B341-E814-4080-D0FA14479323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891</Words>
  <Application>Microsoft Office PowerPoint</Application>
  <PresentationFormat>Affichage à l'écran (16:9)</PresentationFormat>
  <Paragraphs>140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Identité Numérique &amp; E-Réputation</dc:title>
  <dc:subject>PptxGenJS Presentation</dc:subject>
  <dc:creator>PptxGenJS</dc:creator>
  <cp:lastModifiedBy>titi 23</cp:lastModifiedBy>
  <cp:revision>2</cp:revision>
  <dcterms:created xsi:type="dcterms:W3CDTF">2026-05-26T14:21:20Z</dcterms:created>
  <dcterms:modified xsi:type="dcterms:W3CDTF">2026-09-08T11:32:59Z</dcterms:modified>
</cp:coreProperties>
</file>