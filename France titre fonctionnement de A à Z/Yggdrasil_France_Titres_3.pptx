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51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0" y="1417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MÉDIATION NUMÉRIQUE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26280" y="178308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France Titres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0" y="29718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BD9E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Faire ses démarches en ligne, tout seul, pas à pas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572000" y="36118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d'identité · Passeport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0" y="395020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 de conduire · Carte grise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0" y="46634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officiel : </a:t>
            </a:r>
            <a:r>
              <a:rPr lang="en-US" sz="17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ants.gouv.fr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0" y="51206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gratuit — Atelier Yggdrasil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LIRE EN PREMIER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Les 3 règles à ne jamais oublier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faire vos démarches en sécurité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84448" cy="4069080"/>
          </a:xfrm>
          <a:prstGeom prst="roundRect">
            <a:avLst>
              <a:gd name="adj" fmla="val 3061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41248" y="2487168"/>
            <a:ext cx="640080" cy="640080"/>
          </a:xfrm>
          <a:prstGeom prst="ellipse">
            <a:avLst/>
          </a:prstGeom>
          <a:solidFill>
            <a:srgbClr val="B5790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seul site, le bon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41605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seul site officiel se termine par .gouv.fr : ants.gouv.fr. Les autres sites qui ressemblent (et qui font payer un supplément) ne sont pas le site de l'État.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84448" cy="4069080"/>
          </a:xfrm>
          <a:prstGeom prst="roundRect">
            <a:avLst>
              <a:gd name="adj" fmla="val 3061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17720" y="2487168"/>
            <a:ext cx="640080" cy="640080"/>
          </a:xfrm>
          <a:prstGeom prst="ellipse">
            <a:avLst/>
          </a:prstGeom>
          <a:solidFill>
            <a:srgbClr val="B5790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C'est gratuit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17720" y="41605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la démarche sur ants.gouv.fr ne coûte rien. On paie seulement le titre lui-même (ex. la taxe de carte grise). Aucun « frais de dossier » en plus.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01584" y="2148840"/>
            <a:ext cx="3584448" cy="4069080"/>
          </a:xfrm>
          <a:prstGeom prst="roundRect">
            <a:avLst>
              <a:gd name="adj" fmla="val 3061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394192" y="2487168"/>
            <a:ext cx="640080" cy="640080"/>
          </a:xfrm>
          <a:prstGeom prst="ellipse">
            <a:avLst/>
          </a:prstGeom>
          <a:solidFill>
            <a:srgbClr val="B5790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94192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Jamais votre mot de passe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94192" y="41605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agent, mail ou SMS officiel ne vous demandera votre mot de passe ou votre code de carte bancaire. Si on vous le demande : c'est une arnaque, on n'y répond pas.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solidFill>
            <a:srgbClr val="1B6E7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COMMENCER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Quel site pour quelle démarche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adresses officielles, toutes en .gouv.fr — on se connecte partout avec FranceConnect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84448" cy="3291840"/>
          </a:xfrm>
          <a:prstGeom prst="roundRect">
            <a:avLst>
              <a:gd name="adj" fmla="val 3333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35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ants.gouv.fr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Carte d'identité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Passeport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0358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demande, renouvellement, perte ou vol.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2240280"/>
            <a:ext cx="3584448" cy="3291840"/>
          </a:xfrm>
          <a:prstGeom prst="roundRect">
            <a:avLst>
              <a:gd name="adj" fmla="val 3333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99432" y="2514600"/>
            <a:ext cx="3035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permisdeconduire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.ants.gouv.fr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32461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Permis de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conduire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99432" y="4160520"/>
            <a:ext cx="30358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après l'examen, duplicata, échange, solde de points.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2240280"/>
            <a:ext cx="3584448" cy="3291840"/>
          </a:xfrm>
          <a:prstGeom prst="roundRect">
            <a:avLst>
              <a:gd name="adj" fmla="val 3333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375904" y="2514600"/>
            <a:ext cx="3035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immatriculation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.ants.gouv.fr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75904" y="32461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Carte grise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véhicule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75904" y="4160520"/>
            <a:ext cx="30358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Acheter, vendre, changer d'adresse, non-gage.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02A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68680" y="57150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ne pas confondre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titres de séjour pour étrangers ne se font pas sur ANTS, mais sur l'ANEF (administration-etrangers-en-france.interieur.gouv.fr).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solidFill>
            <a:srgbClr val="1B6E7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 connecter au site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2377440" cy="310896"/>
          </a:xfrm>
          <a:prstGeom prst="rect">
            <a:avLst/>
          </a:prstGeom>
          <a:solidFill>
            <a:srgbClr val="2C7A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CE QU'IL FAUT AVOIR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la plus simple : FranceConnect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962656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61288" y="2880360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que vous avez déjà : Impôts, Ameli (Assurance Maladie) ou La Poste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38144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61288" y="3355848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L'identifiant et le mot de passe de ce compte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913632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61288" y="3831336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L'adresse e-mail à laquelle vous avez accès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FranceConnect évite de créer un nouveau mot de passe : on réutilise un compte connu.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2377440" cy="310896"/>
          </a:xfrm>
          <a:prstGeom prst="rect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CLIQUER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542032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24963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J'ouvre le site ants.gouv.fr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127248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081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haut à droite, je clique sur « Se connecter 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712464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66674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choisis « Je me connecte avec FranceConnect 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29768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4251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clique sur le compte que je connais (ex. Ameli ou Impôts)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882896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483717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tape mon identifiant + mon mot de passe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5468112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5422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bon, je suis dans mon espace personnel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Carte d'identité &amp; Passeport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demande, renouvellement, perte ou vol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377440" cy="310896"/>
          </a:xfrm>
          <a:prstGeom prst="rect">
            <a:avLst/>
          </a:prstGeom>
          <a:solidFill>
            <a:srgbClr val="2C7A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PAPIERS À FOURNIR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51176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1288" y="2468880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Photo-signature numérique : le code à 22 chiffres (photographe ou cabine agréée)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26664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61288" y="2944368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Justificatif de domicile de moins de 6 mois (facture, avis d'impôt…)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1288" y="3419856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L'ancien titre (carte ou passeport) si vous en avez 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61288" y="3895344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acte de naissance (seulement si demandé à l'écran)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453128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61288" y="4370832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perte ou vol : la déclaration + un timbre fiscal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78308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377440" cy="310896"/>
          </a:xfrm>
          <a:prstGeom prst="rect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CLIQUER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mon espace, je clique sur l'encadré « Pièces d'identité »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081528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035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choisis ma situation (nouvelle demande, renouvellement, perte…)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3648456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6027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remplis le formulaire, écran après écran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215384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41696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dépose mes photos et justificatifs (bouton « Ajouter un fichier »)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4782312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47365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valide : je reçois un numéro de pré-demande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5394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Ensuite, prenez rendez-vous en mairie pour les empreintes et le retrait du titre.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Permis de conduire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Perte, vol, abîmé, fin de validité ou échange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377440" cy="310896"/>
          </a:xfrm>
          <a:prstGeom prst="rect">
            <a:avLst/>
          </a:prstGeom>
          <a:solidFill>
            <a:srgbClr val="2C7A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PAPIERS À FOURNIR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51176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1288" y="2468880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Photo-signature numérique : le code à 22 chiffres (photographe ou cabine agréée)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26664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61288" y="2944368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Justificatif de domicile de moins de 6 mois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1288" y="3419856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pièce d'identité (carte ou passeport)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61288" y="3895344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perte ou vol : la déclaration + un timbre fiscal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453128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61288" y="4370832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permis étranger : le permis d'origine (et sa traduction si besoin)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78308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377440" cy="310896"/>
          </a:xfrm>
          <a:prstGeom prst="rect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CLIQUER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mon espace, je clique sur l'encadré « Permis de conduire »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081528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035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choisis le motif (perdu, volé, abîmé, fin de validité…)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3648456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6027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remplis les informations demandées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215384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41696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dépose mes justificatifs (bouton « Ajouter un fichier »)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4782312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47365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valide : je reçois un numéro de suivi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5394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nouveau permis arrive ensuite par courrier, directement chez vous.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Mon permis après l'examen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réussi — je commande mon vrai permis (fabrication)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377440" cy="310896"/>
          </a:xfrm>
          <a:prstGeom prst="rect">
            <a:avLst/>
          </a:prstGeom>
          <a:solidFill>
            <a:srgbClr val="2C7A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PAPIERS À FOURNIR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51176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1288" y="2468880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numéro NEPH (donné par l'auto-école, ou obtenu en candidat libre)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26664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61288" y="2944368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Photo-signature numérique : le code à 22 chiffres (cabine agréée)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1288" y="3419856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justificatif de domicile de moins de 6 mois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61288" y="3895344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pièce d'identité en cours de validité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78308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377440" cy="310896"/>
          </a:xfrm>
          <a:prstGeom prst="rect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CLIQUER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sur permisdeconduire.ants.gouv.fr et je me connecte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081528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035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clique sur « Nouvelle demande »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648456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6027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choisis « Fabrication d'un permis suite à un examen réussi »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215384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41696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saisis mon numéro NEPH et je remplis mes informations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782312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47365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dépose mes justificatifs, puis je valide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5394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Souvent, l'auto-école lance cette demande pour vous dans les 48 h. Le permis arrive ensuite par courrier suivi.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Carte grise (immatriculation)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Acheter, vendre ou changer d'adresse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377440" cy="310896"/>
          </a:xfrm>
          <a:prstGeom prst="rect">
            <a:avLst/>
          </a:prstGeom>
          <a:solidFill>
            <a:srgbClr val="2C7A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PAPIERS À FOURNIR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51176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1288" y="2468880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L'ancienne carte grise (barrée et signée par le vendeur si achat)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26664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61288" y="2944368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certificat de cession signé (le papier de vente)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1288" y="3419856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technique de moins de 6 mois (voiture de + de 4 ans)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61288" y="3895344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justificatif de domicile de moins de 6 mois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453128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61288" y="4370832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permis de conduire et une attestation d'assurance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928616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61288" y="4846320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bancaire pour payer la taxe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78308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377440" cy="310896"/>
          </a:xfrm>
          <a:prstGeom prst="rect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CLIQUER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51460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sur immatriculation.ants.gouv.fr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3081528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035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clique sur l'encadré « Certificat d'immatriculation »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3648456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36027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choisis ma situation (j'achète, je vends, je change d'adresse…)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4215384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41696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remplis et je dépose mes justificatifs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4782312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47365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paie par carte bancaire, puis je valide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0" y="5394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aussitôt un certificat provisoire (CPI) pour rouler en attendant la vraie carte.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Vendre ou donner son véhicule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déclaration de cession — c'est gratuit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377440" cy="310896"/>
          </a:xfrm>
          <a:prstGeom prst="rect">
            <a:avLst/>
          </a:prstGeom>
          <a:solidFill>
            <a:srgbClr val="2C7A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PAPIERS À FOURNIR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51176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1288" y="2468880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grise du véhicule (j'ai son numéro et son code confidentiel)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26664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61288" y="2944368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certificat de cession rempli et signé par le vendeur et l'acheteur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1288" y="3419856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certificat de situation administrative (non-gage) récent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61288" y="3895344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coordonnées de l'acheteur (nom, adresse)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78308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377440" cy="310896"/>
          </a:xfrm>
          <a:prstGeom prst="rect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CLIQUER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sur immatriculation.ants.gouv.fr et je me connecte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081528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035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clique sur « Vendre ou donner mon véhicule »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648456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6027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remplis les informations du véhicule et de l'acheteur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215384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41696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valide : un code de cession s'affiche, je le note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782312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47365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donne ce code et le certificat à l'acheteur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5394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non-gage s'obtient gratuitement sur le même site. L'acheteur utilise le code de cession pour faire sa propre carte grise.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solidFill>
            <a:srgbClr val="1B6E7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Suivre sa demande &amp; se faire aider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reste jamais bloqué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377440" cy="310896"/>
          </a:xfrm>
          <a:prstGeom prst="rect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OÙ J'EN SUIS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retourne sur ants.gouv.fr et je me connecte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dans « Mes demandes » / « Suivre ma demande 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2EC4D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023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vois l'état d'avancement (en cours, accepté, expédié…)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754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9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si une pièce manque, on enregistre et on revient plus tard sans tout recommencer.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20574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4FAFB"/>
          </a:solidFill>
          <a:ln w="12700">
            <a:solidFill>
              <a:srgbClr val="D7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720840" y="2286000"/>
            <a:ext cx="2377440" cy="310896"/>
          </a:xfrm>
          <a:prstGeom prst="rect">
            <a:avLst/>
          </a:prstGeom>
          <a:solidFill>
            <a:srgbClr val="2C7A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D'UN COUP DE MAIN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2825496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13448" y="2743200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Maison France Services près de chez vous (accompagnement gratuit)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3300984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13448" y="3218688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numérique en préfecture ou sous-préfecture (ordinateur + scanner)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3776472"/>
            <a:ext cx="182880" cy="18288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13448" y="3694176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médiateur numérique Yggdrasil pendant l'atelier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77724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Vous savez maintenant faire seul !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Gardez ce mémo près de l'ordinateur et avancez écran par écran.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Prenez votre temps : rien n'est définitif tant que vous n'avez pas cliqué sur « Valider ».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ants.gouv.fr  ·  Atelier Médiation Numérique Yggdrasil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1339</Words>
  <Application>Microsoft Office PowerPoint</Application>
  <PresentationFormat>Grand écran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 Schoolbook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titi 23</cp:lastModifiedBy>
  <cp:revision>1</cp:revision>
  <dcterms:created xsi:type="dcterms:W3CDTF">2026-06-22T07:10:14Z</dcterms:created>
  <dcterms:modified xsi:type="dcterms:W3CDTF">2026-06-22T07:16:11Z</dcterms:modified>
</cp:coreProperties>
</file>