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143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54864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0972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Protéger sa vie privée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548640" y="18288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ligne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4864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complet — outils, menaces, bonnes pratiques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657600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4864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slides  •  5 grands thèmes  •  Niveau débutant → avancé</a:t>
            </a:r>
            <a:endParaRPr lang="en-US" sz="1200" dirty="0"/>
          </a:p>
        </p:txBody>
      </p:sp>
      <p:pic>
        <p:nvPicPr>
          <p:cNvPr id="9001" name="Ygg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000" y="4423500"/>
            <a:ext cx="620000" cy="62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931920" cy="685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73152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les menaces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0" y="1463040"/>
            <a:ext cx="3931920" cy="685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5029200" y="1463040"/>
            <a:ext cx="7315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212080" y="15361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Naviguer anonymement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931920" cy="685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73152" cy="685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40080" y="2450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697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Protéger ses comptes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0" y="2377440"/>
            <a:ext cx="3931920" cy="685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5029200" y="2377440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212080" y="2450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2697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 ses appareils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3931920" cy="685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73152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40080" y="33649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611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avancées</a:t>
            </a:r>
            <a:endParaRPr lang="en-US" sz="1500" dirty="0"/>
          </a:p>
        </p:txBody>
      </p:sp>
      <p:sp>
        <p:nvSpPr>
          <p:cNvPr id="9002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7315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40080" y="1097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menaces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Savoir qui nous surveille — et pourquoi.</a:t>
            </a:r>
            <a:endParaRPr lang="en-US" sz="1600" dirty="0"/>
          </a:p>
        </p:txBody>
      </p:sp>
      <p:sp>
        <p:nvSpPr>
          <p:cNvPr id="9003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nous surveille 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75488" y="14813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Géants du web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7830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Meta, Amazon collectent vos données comportementales.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310128" y="14813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Annonceurs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17830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régies publicitaires construisent votre profil de consommateur.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144768" y="14813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brokers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44768" y="17830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centaines d'entreprises revendent vos données personnelles.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65760" y="2788920"/>
            <a:ext cx="265176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75488" y="28986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Gouvernements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" y="32004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légale ou illégale selon les pays.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27889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200400" y="2788920"/>
            <a:ext cx="265176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310128" y="28986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Cybercriminels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10128" y="32004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Hackers, phishers et voleurs d'identité.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27889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6035040" y="2788920"/>
            <a:ext cx="265176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144768" y="28986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employeur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44768" y="32004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pro, VPN d'entreprise, monitoring du poste.</a:t>
            </a:r>
            <a:endParaRPr lang="en-US" sz="1100" dirty="0"/>
          </a:p>
        </p:txBody>
      </p:sp>
      <p:sp>
        <p:nvSpPr>
          <p:cNvPr id="9004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tracking publicitaire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914400"/>
            <a:ext cx="1463040" cy="1463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463040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68580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Cookies tiers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6916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Fichiers déposés par des régies pour vous suivre d'un site à l'autre.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685800" y="2194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Fingerprinting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25146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Identifier votre navigateur via résolution, polices, GPU sans cookie.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108960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68580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Pixels espions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" y="33375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Images invisibles dans les e-mails qui signalent votre ouverture.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931920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68580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Supercookies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85800" y="41605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Cookies stockés en dehors du navigateur, impossibles à supprimer facilement.</a:t>
            </a:r>
            <a:endParaRPr lang="en-US" sz="1200" dirty="0"/>
          </a:p>
        </p:txBody>
      </p:sp>
      <p:sp>
        <p:nvSpPr>
          <p:cNvPr id="9005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data brokers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0584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280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4155"/>
                </a:solidFill>
              </a:rPr>
              <a:t>Vos données valent de l'argent.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2560320" cy="118872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9436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9488"/>
                </a:solidFill>
              </a:rPr>
              <a:t>4 000+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9436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data brokers dans le monde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920240"/>
            <a:ext cx="2560320" cy="118872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342900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9488"/>
                </a:solidFill>
              </a:rPr>
              <a:t>240€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342900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valeur moyenne d'un profil consommateur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26480" y="1920240"/>
            <a:ext cx="2560320" cy="118872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626364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9488"/>
                </a:solidFill>
              </a:rPr>
              <a:t>72h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26364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délai moyen de revente de vos données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Comment s'en protéger :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• Demander la suppression via DeleteMe, Incogni ou manuellement
• Limiter les informations communiquées lors d'inscriptions en ligne
• Utiliser des alias e-mails (SimpleLogin, AnonAddy)</a:t>
            </a:r>
            <a:endParaRPr lang="en-US" sz="1300" dirty="0"/>
          </a:p>
        </p:txBody>
      </p:sp>
      <p:sp>
        <p:nvSpPr>
          <p:cNvPr id="9006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fuites de données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73152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Comment vérifier si vous êtes concerné 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4572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57200" y="18288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97280" y="1828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haveibeenpwned.com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21488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Saisissez votre e-mail — le site compare avec 13 milliards de comptes compromis.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743200"/>
            <a:ext cx="4572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57200" y="27432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97280" y="2743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Firefox Monitor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97280" y="30632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Alertes automatiques si votre adresse apparaît dans une nouvelle fuite.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657600"/>
            <a:ext cx="4572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457200" y="36576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97280" y="3657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Google One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97280" y="39776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Scan du dark web inclus dans les abonnements Google One.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Que faire après une fuite ?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Changez immédiatement le mot de passe • Activez la double authentification • Surveillez vos comptes bancaires</a:t>
            </a:r>
            <a:endParaRPr lang="en-US" sz="1200" dirty="0"/>
          </a:p>
        </p:txBody>
      </p:sp>
      <p:sp>
        <p:nvSpPr>
          <p:cNvPr id="9007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7315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40080" y="1097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Naviguer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anonymement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Navigateurs, moteurs de recherche, VPN et Tor.</a:t>
            </a:r>
            <a:endParaRPr lang="en-US" sz="1600" dirty="0"/>
          </a:p>
        </p:txBody>
      </p:sp>
      <p:sp>
        <p:nvSpPr>
          <p:cNvPr id="9008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navigateur choisir 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5"/>
                </a:solidFill>
              </a:rPr>
              <a:t>Firefox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371600" cy="22860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Recommandé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Vie privée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178308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1515618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Vitesse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82112"/>
            <a:ext cx="178308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57200" y="3182112"/>
            <a:ext cx="1426464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Facilité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822192"/>
            <a:ext cx="178308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57200" y="3822192"/>
            <a:ext cx="1604772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2514600" y="137160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606040" y="15087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5"/>
                </a:solidFill>
              </a:rPr>
              <a:t>Brave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606040" y="2286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Vie privée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06040" y="2542032"/>
            <a:ext cx="178308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606040" y="2542032"/>
            <a:ext cx="1693926" cy="137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606040" y="29260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Vitesse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06040" y="3182112"/>
            <a:ext cx="178308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2606040" y="3182112"/>
            <a:ext cx="1515618" cy="137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606040" y="35661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Facilité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06040" y="3822192"/>
            <a:ext cx="178308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2606040" y="3822192"/>
            <a:ext cx="1426464" cy="137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663440" y="137160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754880" y="15087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5"/>
                </a:solidFill>
              </a:rPr>
              <a:t>Chrome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754880" y="2286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Vie privée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542032"/>
            <a:ext cx="178308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4754880" y="2542032"/>
            <a:ext cx="356616" cy="137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754880" y="29260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Vitesse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182112"/>
            <a:ext cx="178308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4754880" y="3182112"/>
            <a:ext cx="1693926" cy="137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754880" y="35661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Facilité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822192"/>
            <a:ext cx="178308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4754880" y="3822192"/>
            <a:ext cx="1693926" cy="137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6812280" y="137160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6903720" y="15087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5"/>
                </a:solidFill>
              </a:rPr>
              <a:t>Safari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03720" y="2286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Vie privée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03720" y="2542032"/>
            <a:ext cx="178308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6903720" y="2542032"/>
            <a:ext cx="1069848" cy="1371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6903720" y="29260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Vitesse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903720" y="3182112"/>
            <a:ext cx="178308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6903720" y="3182112"/>
            <a:ext cx="1569110" cy="1371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6903720" y="35661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Facilité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03720" y="3822192"/>
            <a:ext cx="178308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6903720" y="3822192"/>
            <a:ext cx="1640434" cy="1371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Conseil : Coupler Firefox avec l'extension uBlock Origin pour bloquer publicités et trackers.</a:t>
            </a:r>
            <a:endParaRPr lang="en-US" sz="1200" dirty="0"/>
          </a:p>
        </p:txBody>
      </p:sp>
      <p:sp>
        <p:nvSpPr>
          <p:cNvPr id="9009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Moteurs de recherche respectueux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914400"/>
            <a:ext cx="1097280" cy="1097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8229600" cy="7132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685800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DuckDuckGo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743200" y="1481328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Pas de profil, pas d'historique. Résultats neutres. Extension mobile.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212848"/>
            <a:ext cx="8229600" cy="7132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57200" y="2212848"/>
            <a:ext cx="64008" cy="7132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685800" y="23042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Brave Search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743200" y="2322576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Index indépendant. Aucune dépendance à Google ou Bing.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054096"/>
            <a:ext cx="8229600" cy="7132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457200" y="3054096"/>
            <a:ext cx="64008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685800" y="31455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Startpage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743200" y="3163824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Résultats Google sans tracking. Proxy intégré.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895344"/>
            <a:ext cx="8229600" cy="7132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457200" y="3895344"/>
            <a:ext cx="64008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685800" y="39867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Kagi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2743200" y="400507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Payant mais excellent. Zéro publicité, personnalisation avancée.</a:t>
            </a:r>
            <a:endParaRPr lang="en-US" sz="1200" dirty="0"/>
          </a:p>
        </p:txBody>
      </p:sp>
      <p:sp>
        <p:nvSpPr>
          <p:cNvPr id="9010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VPN — à quoi ça sert ?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3258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Un VPN (Virtual Private Network) chiffre votre connexion et masque votre adresse IP.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920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</a:rPr>
              <a:t>✔ Avantages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286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• Masque votre IP réelle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651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• Protège sur les Wi-Fi publics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• Contourne la censure géographique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383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• Chiffre le trafic réseau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54880" y="1920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✖ Limites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54880" y="2286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• N'empêche pas le tracking par cookies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54880" y="26517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• Le fournisseur VPN peut voir votre trafic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54880" y="3017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• Peut ralentir la connexion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54880" y="3383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• Ne protège pas contre les malwares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4389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VPN recommandés : Mullvad (le plus privé) • ProtonVPN (gratuit &amp; solide) • IVPN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4754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F4444"/>
                </a:solidFill>
              </a:rPr>
              <a:t>À éviter : VPN gratuits qui monétisent vos données (Hola, Betternet…)</a:t>
            </a:r>
            <a:endParaRPr lang="en-US" sz="1200" dirty="0"/>
          </a:p>
        </p:txBody>
      </p:sp>
      <p:sp>
        <p:nvSpPr>
          <p:cNvPr id="9011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réseau Tor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82296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2801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Tor achemine votre trafic à travers 3 nœuds chiffrés dans le monde.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1371600" cy="822960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5720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Vous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828800" y="2304288"/>
            <a:ext cx="36576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2194560" y="1920240"/>
            <a:ext cx="1371600" cy="822960"/>
          </a:xfrm>
          <a:prstGeom prst="lin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219456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Nœud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entrée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566160" y="2304288"/>
            <a:ext cx="36576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3931920" y="1920240"/>
            <a:ext cx="1371600" cy="822960"/>
          </a:xfrm>
          <a:prstGeom prst="lin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393192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Nœud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relais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303520" y="2304288"/>
            <a:ext cx="36576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5669280" y="1920240"/>
            <a:ext cx="1371600" cy="822960"/>
          </a:xfrm>
          <a:prstGeom prst="lin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566928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Nœud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sortie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040880" y="2304288"/>
            <a:ext cx="36576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7406640" y="1920240"/>
            <a:ext cx="1371600" cy="822960"/>
          </a:xfrm>
          <a:prstGeom prst="lin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740664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Site web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>▸ Anonymat fort : 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194560" y="30175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Même Tor ne connaît pas votre identité complète.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34930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>▸ Gratuit : 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194560" y="34930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Le projet Tor est open-source et financé par des dons.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396849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>▸ Lenteur : 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194560" y="396849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Attendez-vous à des connexions plus lentes qu'un VPN.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444398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>▸ Usage légal : 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194560" y="44439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Tor sert autant les journalistes que les citoyens sous régimes autoritaires.</a:t>
            </a:r>
            <a:endParaRPr lang="en-US" sz="1200" dirty="0"/>
          </a:p>
        </p:txBody>
      </p:sp>
      <p:sp>
        <p:nvSpPr>
          <p:cNvPr id="9012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0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7315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40080" y="1097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Protéger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comptes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Mots de passe, double authentification, alias e-mails.</a:t>
            </a:r>
            <a:endParaRPr lang="en-US" sz="1600" dirty="0"/>
          </a:p>
        </p:txBody>
      </p:sp>
      <p:sp>
        <p:nvSpPr>
          <p:cNvPr id="9013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solides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09728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❌ À éviter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3840480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94360" y="1828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</a:rPr>
              <a:t>• 123456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468880"/>
            <a:ext cx="3840480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94360" y="24688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</a:rPr>
              <a:t>• password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108960"/>
            <a:ext cx="3840480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94360" y="31089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</a:rPr>
              <a:t>• prénom+date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749040"/>
            <a:ext cx="3840480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94360" y="37490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</a:rPr>
              <a:t>• Même MDP partout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663440" y="13716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</a:rPr>
              <a:t>✔ Bonnes pratiques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663440" y="1828800"/>
            <a:ext cx="402336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4800600" y="1828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</a:rPr>
              <a:t>• 16+ caractères aléatoires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663440" y="2468880"/>
            <a:ext cx="402336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4800600" y="2468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</a:rPr>
              <a:t>• Unique par site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663440" y="3108960"/>
            <a:ext cx="402336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4800600" y="3108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</a:rPr>
              <a:t>• Généré par un gestionnaire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663440" y="3749040"/>
            <a:ext cx="402336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4800600" y="3749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</a:rPr>
              <a:t>• Jamais dans un fichier texte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4572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Gestionnaires recommandés : Bitwarden (gratuit, open-source) • 1Password • KeePassXC (local)</a:t>
            </a:r>
            <a:endParaRPr lang="en-US" sz="1300" dirty="0"/>
          </a:p>
        </p:txBody>
      </p:sp>
      <p:sp>
        <p:nvSpPr>
          <p:cNvPr id="9014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double authentification (2FA)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Même si votre mot de passe est volé, le 2FA bloque l'accès.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6583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9488"/>
                </a:solidFill>
              </a:rPr>
              <a:t>★★★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9019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Clé physique (YubiKey)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221284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Le plus sûr. Résiste aux attaques de phishing.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8229600" cy="6583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94360" y="27432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B8A6"/>
                </a:solidFill>
              </a:rPr>
              <a:t>★★☆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6791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Application TOTP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299008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Aegis (Android), Raivo (iOS). Codes à 6 chiffres renouvelés toutes les 30s.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8229600" cy="6583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94360" y="35204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</a:rPr>
              <a:t>★☆☆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34564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376732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Pratique mais vulnérable au SIM swapping. À éviter si possible.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8229600" cy="6583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94360" y="42976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2336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Aucun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454456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Risque maximal. Activez le 2FA partout où c'est possible.</a:t>
            </a:r>
            <a:endParaRPr lang="en-US" sz="1100" dirty="0"/>
          </a:p>
        </p:txBody>
      </p:sp>
      <p:sp>
        <p:nvSpPr>
          <p:cNvPr id="9015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e-mails &amp; identités séparées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00584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3716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Principe : ne jamais donner votre vraie adresse sur des sites tiers.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457200" y="1965960"/>
            <a:ext cx="64008" cy="6400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685800" y="20391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5"/>
                </a:solidFill>
              </a:rPr>
              <a:t>SimpleLogin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108960" y="207568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Open-source. Crée des alias illimités. Intégré à Proton.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715768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457200" y="2715768"/>
            <a:ext cx="64008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68580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5"/>
                </a:solidFill>
              </a:rPr>
              <a:t>AnonAddy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108960" y="282549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Gratuit et open-source. Redirige vers votre vraie boîte.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465576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457200" y="3465576"/>
            <a:ext cx="64008" cy="6400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685800" y="35387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5"/>
                </a:solidFill>
              </a:rPr>
              <a:t>Apple Hide My Email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108960" y="357530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Intégré à iOS/macOS. Alias automatiques lors des inscriptions.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4215384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457200" y="4215384"/>
            <a:ext cx="64008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685800" y="42885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5"/>
                </a:solidFill>
              </a:rPr>
              <a:t>Proton Mail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108960" y="432511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E-mail chiffré bout en bout. Serveurs en Suisse.</a:t>
            </a:r>
            <a:endParaRPr lang="en-US" sz="1200" dirty="0"/>
          </a:p>
        </p:txBody>
      </p:sp>
      <p:sp>
        <p:nvSpPr>
          <p:cNvPr id="9016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7315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40080" y="1097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appareils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Smartphone, ordinateur, IoT et Wi-Fi.</a:t>
            </a:r>
            <a:endParaRPr lang="en-US" sz="1600" dirty="0"/>
          </a:p>
        </p:txBody>
      </p:sp>
      <p:sp>
        <p:nvSpPr>
          <p:cNvPr id="9017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Protéger son smartphone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Android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Désactiver localisation app par app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393192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Couper le Bluetooth si inutilisé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393192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94360" y="301752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Révoquer les permissions inutiles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393192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94360" y="361188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Utiliser GrapheneOS pour max privacy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393192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94360" y="420624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Limiter les apps Google Play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iPhone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6320" y="1828800"/>
            <a:ext cx="393192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983480" y="182880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Activer App Tracking Transparency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423160"/>
            <a:ext cx="393192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983480" y="242316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Utiliser Safari + blocage trackers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3017520"/>
            <a:ext cx="393192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983480" y="301752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Contrôle des apps en arrière-plan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3611880"/>
            <a:ext cx="393192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983480" y="361188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Chiffrement activé par défaut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4206240"/>
            <a:ext cx="393192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983480" y="420624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iCloud Private Relay (abonnés+)</a:t>
            </a:r>
            <a:endParaRPr lang="en-US" sz="1200" dirty="0"/>
          </a:p>
        </p:txBody>
      </p:sp>
      <p:sp>
        <p:nvSpPr>
          <p:cNvPr id="9018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 son ordinateur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005840"/>
            <a:ext cx="1097280" cy="1097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94360" y="14630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✔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1560" y="1481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5"/>
                </a:solidFill>
              </a:rPr>
              <a:t>Chiffrement du disque activé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737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BitLocker (Windows) ou FileVault (Mac)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39112"/>
            <a:ext cx="822960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594360" y="2039112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✔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5156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5"/>
                </a:solidFill>
              </a:rPr>
              <a:t>Mises à jour automatiques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51560" y="23134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OS et applications à jour en permanence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615184"/>
            <a:ext cx="822960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94360" y="2615184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✔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51560" y="26334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5"/>
                </a:solidFill>
              </a:rPr>
              <a:t>Antivirus / EDR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51560" y="288950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Malwarebytes, Windows Defender suffisent souvent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191256"/>
            <a:ext cx="822960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594360" y="319125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✔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51560" y="32095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5"/>
                </a:solidFill>
              </a:rPr>
              <a:t>Pare-feu activé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51560" y="346557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Bloquer les connexions entrantes non sollicitées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767328"/>
            <a:ext cx="8229600" cy="50292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594360" y="376732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○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51560" y="37856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5"/>
                </a:solidFill>
              </a:rPr>
              <a:t>DNS chiffré (DoH / DoT)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51560" y="40416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Nextdns.io ou Cloudflare 1.1.1.1 avec filtrage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/>
          <p:nvPr/>
        </p:nvSpPr>
        <p:spPr>
          <a:xfrm>
            <a:off x="594360" y="43434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○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051560" y="43616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5"/>
                </a:solidFill>
              </a:rPr>
              <a:t>Désactiver services inutiles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051560" y="4617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Cortana, Telemetry Windows, AirDrop public</a:t>
            </a:r>
            <a:endParaRPr lang="en-US" sz="1100" dirty="0"/>
          </a:p>
        </p:txBody>
      </p:sp>
      <p:sp>
        <p:nvSpPr>
          <p:cNvPr id="9019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&amp; sécurité réseau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9E0B"/>
                </a:solidFill>
              </a:rPr>
              <a:t>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417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Wi-Fi public non chiffré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0" y="148132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→ Toujours utiliser un VPN sur les réseaux publics.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94360" y="21762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9E0B"/>
                </a:solidFill>
              </a:rPr>
              <a:t>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1305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Routeur domestique par défaut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2194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→ Changer le mot de passe admin et le nom du réseau (SSID).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8229600" cy="5943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94360" y="288950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9E0B"/>
                </a:solidFill>
              </a:rPr>
              <a:t>⚠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28437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WPS activé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0" y="290779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→ Désactiver le WPS — vulnérable aux attaques brute-force.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11296"/>
            <a:ext cx="8229600" cy="5943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94360" y="360273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9E0B"/>
                </a:solidFill>
              </a:rPr>
              <a:t>⚠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35570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Protocole WEP / WPA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97680" y="362102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→ Utiliser WPA3 ou au minimum WPA2-AES.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24528"/>
            <a:ext cx="8229600" cy="5943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94360" y="43159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9E0B"/>
                </a:solidFill>
              </a:rPr>
              <a:t>⚠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8720" y="42702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DNS par défaut du FAI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97680" y="4334256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→ Remplacer par un DNS chiffré (NextDNS, Quad9).</a:t>
            </a:r>
            <a:endParaRPr lang="en-US" sz="1200" dirty="0"/>
          </a:p>
        </p:txBody>
      </p:sp>
      <p:sp>
        <p:nvSpPr>
          <p:cNvPr id="9020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7315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40080" y="1097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avancées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Phishing, OPSEC, réglages réseaux sociaux et RGPD.</a:t>
            </a:r>
            <a:endParaRPr lang="en-US" sz="1600" dirty="0"/>
          </a:p>
        </p:txBody>
      </p:sp>
      <p:sp>
        <p:nvSpPr>
          <p:cNvPr id="9021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Reconnaître le phishing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005840"/>
            <a:ext cx="1005840" cy="1005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</a:rPr>
              <a:t>🔴 Expéditeur suspect ou domaine approchant (amaz0n.com, rn au lieu de m)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640080" y="2011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</a:rPr>
              <a:t>🔴 Urgence artificielle : « Votre compte sera suspendu dans 24h »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</a:rPr>
              <a:t>🔴 Lien qui ne correspond pas au texte affiché (survoler avant de cliquer)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</a:rPr>
              <a:t>🔴 Pièce jointe non sollicitée (.exe, .zip, .docm)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</a:rPr>
              <a:t>🔴 Demande d'identifiants, carte bancaire ou code SMS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</a:rPr>
              <a:t>🔴 Fautes d'orthographe ou mise en page décalée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7731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Réflexe : en cas de doute, accédez au site en tapant l'URL manuellement.</a:t>
            </a:r>
            <a:endParaRPr lang="en-US" sz="1200" dirty="0"/>
          </a:p>
        </p:txBody>
      </p:sp>
      <p:sp>
        <p:nvSpPr>
          <p:cNvPr id="9022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Réglages confidentialité — réseaux sociaux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3474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Facebook / Instagram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20116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• Profil en privé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651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• Refuser l'historique activité hors-site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291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• Désactiver reconnaissance faciale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39319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• Supprimer les applis tierces connectées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697480" cy="3474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447288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Google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47288" y="20116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• Désactiver l'historique de localisation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47288" y="2651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• Couper les annonces personnalisées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47288" y="3291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• Activer les suppressions automatiques (3 mois)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47288" y="39319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• Télécharger et supprimer vos données (MyActivity)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371600"/>
            <a:ext cx="2697480" cy="3474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327648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LinkedIn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27648" y="20116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• Désactiver le partage de données avec partenaires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27648" y="2651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• Limiter la visibilité du profil aux connexions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27648" y="3291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• Refuser les emails marketing</a:t>
            </a:r>
            <a:endParaRPr lang="en-US" sz="1100" dirty="0"/>
          </a:p>
        </p:txBody>
      </p:sp>
      <p:sp>
        <p:nvSpPr>
          <p:cNvPr id="9023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— 3 niveaux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69748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75488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</a:rPr>
              <a:t>Débutant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" y="19659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✓ Installer Bitwarden + mots de passe uniques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67919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✓ Activer le 2FA (TOTP) sur tous les comptes importants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3392424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✓ Installer uBlock Origin sur votre navigateur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4105656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✓ Vérifier vos paramètres de confidentialité sur les réseaux sociaux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37160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46120" y="1371600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355848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Intermédiaire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55848" y="19659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✓ Passer à Firefox ou Brave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55848" y="267919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✓ Utiliser DuckDuckGo ou Brave Search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55848" y="3392424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✓ S'abonner à un VPN de confiance (ProtonVPN, Mullvad)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55848" y="4105656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✓ Créer des alias e-mails pour les inscriptions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37160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126480" y="1371600"/>
            <a:ext cx="269748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236208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</a:rPr>
              <a:t>Avancé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36208" y="19659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✓ Configurer un DNS chiffré (NextDNS)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36208" y="267919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✓ Activer le chiffrement disque complet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36208" y="3392424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✓ Utiliser Tor pour la navigation sensible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36208" y="4105656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✓ Minimiser votre empreinte numérique globale</a:t>
            </a:r>
            <a:endParaRPr lang="en-US" sz="1100" dirty="0"/>
          </a:p>
        </p:txBody>
      </p:sp>
      <p:sp>
        <p:nvSpPr>
          <p:cNvPr id="9024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54864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vie privée,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un droit.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548640" y="173736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 luxe.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548640" y="2606040"/>
            <a:ext cx="82296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548640" y="2743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→  Comprendre qui vous surveille et pourquoi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3246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→  Choisir des outils qui respectent vos données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749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→  Agir progressivement — chaque étape compte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4343400"/>
            <a:ext cx="82296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48640" y="4343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Ressources : privacyguides.org  •  eff.org  •  ssd.eff.org</a:t>
            </a:r>
            <a:endParaRPr lang="en-US" sz="1300" dirty="0"/>
          </a:p>
        </p:txBody>
      </p:sp>
      <p:sp>
        <p:nvSpPr>
          <p:cNvPr id="9025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1686</Words>
  <Application>Microsoft Office PowerPoint</Application>
  <PresentationFormat>Affichage à l'écran (16:9)</PresentationFormat>
  <Paragraphs>336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Protéger sa vie privée en ligne</dc:title>
  <dc:subject>PptxGenJS Presentation</dc:subject>
  <dc:creator>PptxGenJS</dc:creator>
  <cp:lastModifiedBy>titi 23</cp:lastModifiedBy>
  <cp:revision>2</cp:revision>
  <dcterms:created xsi:type="dcterms:W3CDTF">2026-05-28T06:44:24Z</dcterms:created>
  <dcterms:modified xsi:type="dcterms:W3CDTF">2026-06-28T17:38:58Z</dcterms:modified>
</cp:coreProperties>
</file>