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51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" y="45720"/>
            <a:ext cx="5486400" cy="5486400"/>
          </a:xfrm>
          <a:prstGeom prst="ellipse">
            <a:avLst/>
          </a:prstGeom>
          <a:solidFill>
            <a:srgbClr val="16285A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267450" y="1161661"/>
            <a:ext cx="5669280" cy="5669280"/>
          </a:xfrm>
          <a:prstGeom prst="ellipse">
            <a:avLst/>
          </a:prstGeom>
          <a:solidFill>
            <a:srgbClr val="0E8C8C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85800"/>
            <a:ext cx="1920240" cy="1920240"/>
          </a:xfrm>
          <a:prstGeom prst="rect">
            <a:avLst/>
          </a:prstGeom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0" y="27889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NUMÉRIQUE · DÉBUTANTS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31546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retraite en ligne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sa retraite sur Internet, pas à pas — et les papiers à fournir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794760" y="4983480"/>
            <a:ext cx="4572000" cy="603504"/>
          </a:xfrm>
          <a:prstGeom prst="roundRect">
            <a:avLst>
              <a:gd name="adj" fmla="val 50000"/>
            </a:avLst>
          </a:prstGeom>
          <a:solidFill>
            <a:srgbClr val="2FA66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794760" y="4983480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site · une seule demande · pour tous vos régimes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0" y="61722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 — Médiation numérique</a:t>
            </a:r>
            <a:endParaRPr lang="en-US" sz="13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C3D9E5D-2A4C-8764-FB11-06C6486F25F5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saurez faire ce soir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6712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le bon site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officiel, un seul pour toutes vos caisses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53128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709160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1671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96128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 connecter en sécurité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27448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FranceConnect, sans créer un nouveau mot de passe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66176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522208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216712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09176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et estimer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540496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carrière, mon âge de départ, le montant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896112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27024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ma demande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14400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au bon endroit, étape par étape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53128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4709160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27024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96128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Préparer mes papiers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727448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des justificatifs à fournir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266176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8522208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4270248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09176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Connaître l'option papier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540496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n'ai pas Internet ou si je préfère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21FFC7D-960E-4952-82D0-3B093FB39BF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720" y="128016"/>
            <a:ext cx="6400800" cy="6400800"/>
          </a:xfrm>
          <a:prstGeom prst="ellipse">
            <a:avLst/>
          </a:prstGeom>
          <a:solidFill>
            <a:srgbClr val="0E8C8C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retraite, il faut la demander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vous arrivez à l'âge de la retraite, l'argent </a:t>
            </a:r>
            <a:r>
              <a:rPr lang="en-US" sz="19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n'arrive pas automatiquement</a:t>
            </a:r>
            <a:r>
              <a:rPr lang="en-US" sz="19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votre compte.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 faire une démarche pour la déclencher. Bonne nouvelle : aujourd'hui, tout peut se faire depuis chez vous, sur Internet.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22860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596896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06840" y="2487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mois avant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00684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bon moment pour déposer votre demande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0" y="37033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14216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6840" y="39044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Depuis chez vous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0068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Ordinateur, tablette ou smartphone suffisent</a:t>
            </a:r>
            <a:endParaRPr lang="en-US" sz="1150" dirty="0"/>
          </a:p>
        </p:txBody>
      </p:sp>
      <p:pic>
        <p:nvPicPr>
          <p:cNvPr id="15" name="Image 2" descr="yggdrasil_fav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1AC9B36-82E1-09FD-C9A7-DC106CA87D0C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site : un seul pour tout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402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info-retraite.fr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1920240" y="2697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compte retraite »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60120" y="3127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 et gratuit du service public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celui-là ?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331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2276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regroupe TOUS vos régimes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086600" y="26426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Salarié, agricole, indépendant, fonction publique…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5584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8660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demande pour tous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086600" y="36667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besoin d'écrire à chaque caisse séparément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79976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8660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 et gratuit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7086600" y="4690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paiement demandé pour faire sa retraite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0080" y="39776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9768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45920" y="41148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faux sites. </a:t>
            </a: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vous-même info-retraite.fr. Méfiez-vous des sites qui demandent de l'argent ou qui promettent de « tout faire à votre place ».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A23B528-E59E-7814-4799-5C30EACE57D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CHEMINS POSSIBLES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ligne ou sur papier ?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rgbClr val="1628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231343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ligne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0116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simple aujourd'hui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2918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info-retraite.fr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9476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demande pour tous les régimes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9768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4233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déjà pré-rempli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0060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63040" y="4736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direct de votre dossier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30352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463040" y="5239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joints en photo / scan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17920" y="178308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2"/>
          <p:cNvSpPr/>
          <p:nvPr/>
        </p:nvSpPr>
        <p:spPr>
          <a:xfrm>
            <a:off x="6537960" y="2103120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313432"/>
            <a:ext cx="457200" cy="4572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8952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papier</a:t>
            </a:r>
            <a:endParaRPr lang="en-US" sz="2400" dirty="0"/>
          </a:p>
        </p:txBody>
      </p:sp>
      <p:sp>
        <p:nvSpPr>
          <p:cNvPr id="24" name="Text 14"/>
          <p:cNvSpPr/>
          <p:nvPr/>
        </p:nvSpPr>
        <p:spPr>
          <a:xfrm>
            <a:off x="75895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n'avez pas Internet</a:t>
            </a:r>
            <a:endParaRPr lang="en-US" sz="13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291840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4088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« Cerfa » à remplir à la main</a:t>
            </a:r>
            <a:endParaRPr lang="en-US" sz="13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794760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04088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retirer à la Carsat ou France services</a:t>
            </a:r>
            <a:endParaRPr lang="en-US" sz="13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297680"/>
            <a:ext cx="256032" cy="25603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040880" y="4233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demande par régime concerné</a:t>
            </a:r>
            <a:endParaRPr lang="en-US" sz="13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800600"/>
            <a:ext cx="256032" cy="25603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7040880" y="4736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par courrier avec les copies</a:t>
            </a:r>
            <a:endParaRPr lang="en-US" sz="13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303520"/>
            <a:ext cx="256032" cy="25603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7040880" y="5239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 plus long à traiter</a:t>
            </a:r>
            <a:endParaRPr lang="en-US" sz="1300" dirty="0"/>
          </a:p>
        </p:txBody>
      </p:sp>
      <p:sp>
        <p:nvSpPr>
          <p:cNvPr id="36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F4B9A5C-5CF5-D33F-A3CD-733853797A8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M'INSTALLE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de commencer : ce qu'il faut sous la main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116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appareil connecté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664208" y="23042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Ordinateur, tablette ou téléphone avec Internet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7373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19672" y="20116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4884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7768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adresse e-mail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287768" y="23042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mon mot de passe de messagerie (pour les codes)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96112" y="33832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35204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4208" y="3273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téléphone portable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664208" y="36758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recevoir un code de sécurité par SMS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1089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19672" y="33832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52044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7768" y="3273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identifiants FranceConnect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287768" y="36758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Ameli, La Poste… un compte que vous avez déjà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44805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96112" y="47548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" y="489204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64208" y="46451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RIB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664208" y="50474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relevé qui donne le numéro de mon compte bancaire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263640" y="44805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6519672" y="47548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89204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87768" y="46451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 de temps au calme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287768" y="50474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Comptez 20 à 30 minutes, sans être pressé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2A430BA-BA91-BF1B-C379-FC3BE058900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avec FranceConnect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029200" cy="3520440"/>
          </a:xfrm>
          <a:prstGeom prst="roundRect">
            <a:avLst>
              <a:gd name="adj" fmla="val 311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FranceConnect, c'est quoi ?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6012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bouton qui vous permet de vous connecter </a:t>
            </a:r>
            <a:r>
              <a:rPr lang="en-US" sz="15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créer de nouveau mot de passe</a:t>
            </a:r>
            <a:r>
              <a:rPr lang="en-US" sz="15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6012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réutilisez un compte que vous avez déjà :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1596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261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(impots.gouv.fr)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6285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507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l'Assurance Maladie (Ameli)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0974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Poste / L'Identité Numérique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5663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MSA, Yris…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603504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c'est pratique</a:t>
            </a:r>
            <a:endParaRPr lang="en-US" sz="1900" dirty="0"/>
          </a:p>
        </p:txBody>
      </p:sp>
      <p:sp>
        <p:nvSpPr>
          <p:cNvPr id="19" name="Shape 11"/>
          <p:cNvSpPr/>
          <p:nvPr/>
        </p:nvSpPr>
        <p:spPr>
          <a:xfrm>
            <a:off x="6035040" y="242316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615184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8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sûr</a:t>
            </a:r>
            <a:endParaRPr lang="en-US" sz="1450" dirty="0"/>
          </a:p>
        </p:txBody>
      </p:sp>
      <p:sp>
        <p:nvSpPr>
          <p:cNvPr id="22" name="Text 13"/>
          <p:cNvSpPr/>
          <p:nvPr/>
        </p:nvSpPr>
        <p:spPr>
          <a:xfrm>
            <a:off x="6858000" y="28437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sont protégées par l'État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6035040" y="338328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575304"/>
            <a:ext cx="457200" cy="4572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5800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compte</a:t>
            </a:r>
            <a:endParaRPr lang="en-US" sz="1450" dirty="0"/>
          </a:p>
        </p:txBody>
      </p:sp>
      <p:sp>
        <p:nvSpPr>
          <p:cNvPr id="26" name="Text 16"/>
          <p:cNvSpPr/>
          <p:nvPr/>
        </p:nvSpPr>
        <p:spPr>
          <a:xfrm>
            <a:off x="6858000" y="38039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mot de passe de plus à retenir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6035040" y="434340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535424"/>
            <a:ext cx="457200" cy="4572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 partout</a:t>
            </a:r>
            <a:endParaRPr lang="en-US" sz="1450" dirty="0"/>
          </a:p>
        </p:txBody>
      </p:sp>
      <p:sp>
        <p:nvSpPr>
          <p:cNvPr id="30" name="Text 19"/>
          <p:cNvSpPr/>
          <p:nvPr/>
        </p:nvSpPr>
        <p:spPr>
          <a:xfrm>
            <a:off x="6858000" y="4764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bouton sur de nombreux sites publics</a:t>
            </a:r>
            <a:endParaRPr lang="en-US" sz="1250" dirty="0"/>
          </a:p>
        </p:txBody>
      </p:sp>
      <p:sp>
        <p:nvSpPr>
          <p:cNvPr id="32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478A91A-9A9C-00C2-BB2B-3F3A0011F9F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PAS À PAS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cliquer pour se connecter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41248" y="1865376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41248" y="1865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27632" y="185623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Allez sur le site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0" y="1856232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info-retraite.fr dans la barre du navigateur, puis Entrée.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841248" y="2706624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41248" y="2706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27632" y="26974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Mon compte »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2697480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est en haut à droite de la page d'accueil.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465576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841248" y="3547872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41248" y="3547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27632" y="353872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« S'identifier avec FranceConnect »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9280" y="3538728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avec le logo FranceConnect.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306824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841248" y="438912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41248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27632" y="437997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votre compte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669280" y="4379976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ex. « Impôts ». Entrez l'identifiant que vous connaissez déjà.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148072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841248" y="5230368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841248" y="5230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627632" y="522122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le code reçu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669280" y="522122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Recopiez le code envoyé par SMS ou par e-mail. C'est fait, vous êtes connecté !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588618A-FED4-56A6-43EF-92478B9B63B1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ma carrière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74520"/>
            <a:ext cx="86868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874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« Ma carrière »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737360" y="24231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tout ce que vous avez travaillé, année par année. C'est ce relevé qui sert à calculer votre âge de départ et le montant de votre retraite.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914400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904488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chaque ligne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1440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que toutes vos périodes de travail apparaissent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453128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4727448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904488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27448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Repérez un oubli ?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727448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trimestre manquant, un employeur absent… notez-le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266176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540496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3904488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40496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une correction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540496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55 ans, vous pouvez demander à corriger votre carrière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4A883D5-E281-E660-CFD8-BBBD29A225A0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Estimer mon âge et mon montant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83080" y="2194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Mon estimation retraite »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6012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simulateur qui vous montre, selon l'âge où vous partez :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65760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partir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6052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montant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toucheriez par mois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634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partez plus tard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492240" y="18288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148840"/>
            <a:ext cx="566928" cy="5669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676656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l'âge légal ne donne pas toujours la retraite « à taux plein ». Le simulateur aide à choisir le meilleur moment.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492240" y="3611880"/>
            <a:ext cx="5029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980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encore décidé ?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6766560" y="4389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Inscrivez-vous à « Mon agenda retraite » : le site vous envoie des conseils par mail au bon moment avant votre départ.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128A7FE-BF9A-F072-D64A-8EA4A83A8F1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5192" y="128016"/>
            <a:ext cx="6400800" cy="6400800"/>
          </a:xfrm>
          <a:prstGeom prst="ellipse">
            <a:avLst/>
          </a:prstGeom>
          <a:solidFill>
            <a:srgbClr val="0E8C8C">
              <a:alpha val="1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LE BON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faire ma demande 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31C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 avant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de départ que vous avez choisie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3774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choisissez votre date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0" y="2724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peut pas être avant l'âge légal de départ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2735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32278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trop tôt, ni trop tard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52160" y="36210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mois avant laisse le temps de traiter votre dossier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169664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41239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de versement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52160" y="45171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 à temps = paiement assuré à la date choisie</a:t>
            </a:r>
            <a:endParaRPr lang="en-US" sz="1300" dirty="0"/>
          </a:p>
        </p:txBody>
      </p:sp>
      <p:pic>
        <p:nvPicPr>
          <p:cNvPr id="18" name="Image 3" descr="yggdrasil_fav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83498F0-4AAF-523E-5275-5FC06C16CEE5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Demander ma retraite » : la démarche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connecté, cliquez sur le service « Demander ma retraite ». Le formulaire est déjà pré-rempli et se fait en 6 étapes guidées.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896112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informations personnelles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53128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09160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70916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13248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coordonnées et votre RIB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66176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8522208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8522208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226296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date de départ choisie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896112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896112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00200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régimes (cochés automatiquement)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53128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413248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justificatifs à joindre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66176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8522208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8522208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26296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et validation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960120" y="544068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 temps de finir ?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enregistrer et revenir plus tard : votre demande est conservée 90 jours.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2267495-8A67-AA7B-7691-196E2A6959B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PAPIERS À FOURNIR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commun : à préparer dans tous les cas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77824" y="202996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16712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27632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d'identité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627632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d'identité ou passeport (ou titre de séjour)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01384" y="202996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16712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192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RIB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251192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votre nom — le compte où sera versée la pension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77824" y="335584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49300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7632" y="32735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avis d'impôt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27632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2 derniers avis d'impôt sur le revenu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01384" y="335584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349300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51192" y="32735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d'état civil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51192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de naissance récent ou livret de famille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77824" y="468172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481888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27632" y="4599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de domicile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627632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situation (facture, attestation…)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6501384" y="468172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481888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51192" y="4599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relevé de carrière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251192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RIS » que vous avez vérifié à l'étape 2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81DD00B-890D-655B-3AFF-5882EF40278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PAPIERS À FOURNIR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plus, selon votre situation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14400" y="207568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2402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J'ai eu des enfants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28800" y="2496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de famille ou actes de naissance des enfants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37960" y="207568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24028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236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J'ai connu le chômage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52360" y="2496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France Travail (ex-Pôle emploi), même ancienne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14400" y="376732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93192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fonctionnaire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28800" y="41879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radiation des cadres ; finalisation sur ensap.gouv.fr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37960" y="376732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393192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indépendant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452360" y="41879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cessation d'activité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32180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25880" y="521208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</a:t>
            </a: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site, l'outil « Justificatifs à fournir » vous donne la liste exacte adaptée à VOTRE situation.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7FEABBA-36A2-6FAC-3C91-3133F5489A3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DÉBUTANTS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mes papiers « dans » l'ordinateur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joindre un document en ligne, il faut d'abord en faire une photo ou un scan. Voici comment, simplement.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897380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6" y="2916936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Photographier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012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 le papier à plat, bien éclairé. Prenez la photo bien droite, sans ombre.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53128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710428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4" y="2916936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Vérifier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73168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doit être net et entièrement lisible, jusque dans les coins.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66176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9523476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932" y="2916936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94776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Téléverser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86216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site, cliquez « Ajouter un document », puis choisissez votre photo.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175504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9834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acceptés 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(JPG / PNG) ou PDF. Un fichier trop lourd ? Une simple photo de smartphone suffit la plupart du temps.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9B0BBAE-DC4A-F06F-32D0-87EDF8FD4B4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Joindre mes justificatifs et valider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68680" y="199339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1396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5681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joins mes documents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303520" y="195681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pièce demandée, j'ajoute la photo ou le scan correspondant.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868680" y="295351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09981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91693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relis tout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303520" y="291693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ma date de départ, mon RIB et que rien ne manque.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37490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68680" y="391363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0599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87705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 ma demande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303520" y="387705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sur « Valider » : ma demande part vers tous mes régimes.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868680" y="487375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02005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83717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reçois une confirmation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303520" y="483717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accusé de réception arrive ; je peux le conserver.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F7E3E0-7F77-0D3D-7289-FDCAC97E3275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Suivre ma demande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32688" y="211226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86000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093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l'avancement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920240" y="2624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Suivi de mes demandes », je vois où en est mon dossier.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56248" y="211226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86000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2093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peut me contacter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43800" y="2624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conseiller peut m'appeler si une pièce manque ou pour préciser.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32688" y="407822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251960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4059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reçois ma notification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920240" y="4590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courrier officiel m'indique le montant de ma retraite.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56248" y="407822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251960"/>
            <a:ext cx="429768" cy="4297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4059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garanti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43800" y="4590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 à temps : versement assuré à la date choisie.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5D2B30A-D881-A592-6852-5DE335A9FA07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INTERNET OU PAR PRÉFÉRENCE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chemin papier, en clair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14400" y="20756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2402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0512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Retirer le formulaire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810512" y="24780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Cerfa » de demande de retraite : à la Carsat, en France services ou à télécharger.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37960" y="20756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24028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34072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 remplir à la main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34072" y="24780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Calmement, avec un stylo noir. En cas de doute, faites-vous aider.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6118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14400" y="39044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406908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10512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Joindre les copies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810512" y="43068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papiers qu'en ligne : identité, RIB, avis d'impôt…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6118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37960" y="39044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06908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Envoyer par courrier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34072" y="43068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caisse concernée. Gardez une copie de tout votre dossier.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914400" y="521208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: </a:t>
            </a: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papier, il faut une demande par régime. En ligne, une seule suffit pour tous.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4B8FA38-6832-01D7-477B-CEE26045E13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PIÈGES FRÉQUENTS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erreurs qui retardent le paiement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897380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692" y="2404872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 de naissance périmé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32688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Demandez-en un récent à votre mairie de naissance (gratuit, en ligne).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53128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5710428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404872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81728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 au nom du conjoint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745736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pension se verse sur un compte à VOTRE nom. Pas celui du conjoint.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66176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523476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404872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94776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Attestation chômage oubliée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558784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période de chômage doit être justifiée, même très ancienne.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6177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papier manquant peut repousser votre premier versement de plusieurs semaines. Préparez tout AVANT de valider : c'est le meilleur moyen d'être payé à temps.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8ABBB1D-B45E-098F-B93A-1C9BFFDC177C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82880"/>
            <a:ext cx="6400800" cy="6400800"/>
          </a:xfrm>
          <a:prstGeom prst="ellipse">
            <a:avLst/>
          </a:prstGeom>
          <a:solidFill>
            <a:srgbClr val="0E8C8C">
              <a:alpha val="16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EN SÉCURITÉ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13232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protéger des arnaques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6974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542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 se termine en .fr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737360" y="30358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info-retraite.fr ou lassuranceretraite.fr. Tapez-le vous-même.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2286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6974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0920" y="2542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paie JAMAIS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360920" y="30358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sa retraite est gratuit. Un site qui réclame de l'argent est un piège.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3977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38912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codes restent secrets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737360" y="47274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organisme officiel ne demande votre mot de passe par téléphone.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355080" y="3977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38912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6092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doute ? Demandez de l'aide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360920" y="47274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proche, France services, ou votre médiateur numérique.</a:t>
            </a:r>
            <a:endParaRPr lang="en-US" sz="1200" dirty="0"/>
          </a:p>
        </p:txBody>
      </p:sp>
      <p:pic>
        <p:nvPicPr>
          <p:cNvPr id="22" name="Image 5" descr="yggdrasil_fav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707386C-85B7-71C0-5684-546DFAF4B4FC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mémo en 6 points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5740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9611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27632" y="192024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sur info-retraite.fr et je clique « Mon compte »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1967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51192" y="192024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 connecte avec FranceConnect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896112" y="338328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9611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27632" y="324612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ma carrière et j'estime mon montant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519672" y="338328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51967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51192" y="324612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« Demander ma retraite » (4 mois avant)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896112" y="470916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896112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27632" y="457200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prépare et je joins mes justificatifs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6519672" y="470916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6519672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251192" y="457200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valide, puis je suis mon dossier en ligne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0C57A18-246E-67FE-FD5F-1629502CB308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 exercice ensemble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 site, retrouvez :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005840" y="2926080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1508760" y="2834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« Mon compte » en haut à droite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1508760" y="34015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« FranceConnect »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05840" y="4059936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508760" y="39684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« Ma carrière 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05840" y="4626864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508760" y="453542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« Justificatifs à fournir »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680960" y="182880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1488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check-list maison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0010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Cochez les papiers déjà prêts :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3246120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8458200" y="31729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 d'identité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46720" y="3666744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8458200" y="35935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 à mon nom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046720" y="4087368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8458200" y="40142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d'impôt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046720" y="4507992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845820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civil / livret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046720" y="4928616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8458200" y="48554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Justif. selon situation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CA24B5-5480-616E-AED4-69F7ABBF9DA6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N'ÊTES PAS SEUL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trouver de l'aide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32688" y="209397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67712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075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services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920240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accueil près de chez vous pour être accompagné dans vos démarches.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56248" y="209397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67712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2075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3960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43800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de l'Assurance retraite (prix d'un appel local).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7033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32688" y="401421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187952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médiateur numérique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920240" y="45262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atelier, un rendez-vous, un coup de main au moment de cliquer.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7033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56248" y="401421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187952"/>
            <a:ext cx="429768" cy="4297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services en ligne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43800" y="45262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info-retraite.fr, des vidéos et un mode d'emploi pas à pas.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51C135C-4D44-B69B-D210-043500D56D7A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COIN DES MOTS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 lexique pour débutants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14400" y="19293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FranceConnect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3134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pour se connecter avec un compte qu'on a déjà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37960" y="19293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compte retraite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23134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espace personnel sur info-retraite.fr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14400" y="325526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Relevé de carrière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6393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tout ce que vous avez travaillé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537960" y="325526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37960" y="36393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papier qui donne le numéro de votre compte bancaire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14400" y="45811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Cerfa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9651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officiel de l'administration (version papier)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537960" y="45811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Téléverser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37960" y="49651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fichier depuis votre appareil vers le site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D3A1D03-89F6-CDD8-21A6-1FAB4CA73CA4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" y="77724"/>
            <a:ext cx="5486400" cy="5486400"/>
          </a:xfrm>
          <a:prstGeom prst="ellipse">
            <a:avLst/>
          </a:prstGeom>
          <a:solidFill>
            <a:srgbClr val="16285A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309360" y="893873"/>
            <a:ext cx="5852160" cy="5852160"/>
          </a:xfrm>
          <a:prstGeom prst="ellipse">
            <a:avLst/>
          </a:prstGeom>
          <a:solidFill>
            <a:srgbClr val="0E8C8C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777240"/>
            <a:ext cx="1737360" cy="1737360"/>
          </a:xfrm>
          <a:prstGeom prst="rect">
            <a:avLst/>
          </a:prstGeom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097280" y="26974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savez désormais demander votre retraite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63040" y="3703320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site, une demande, à votre rythme — et de l'aide à chaque étape si besoin.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91840" y="4526280"/>
            <a:ext cx="5577840" cy="658368"/>
          </a:xfrm>
          <a:prstGeom prst="roundRect">
            <a:avLst>
              <a:gd name="adj" fmla="val 50000"/>
            </a:avLst>
          </a:prstGeom>
          <a:solidFill>
            <a:srgbClr val="2FA66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291840" y="452628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info-retraite.fr  ·  « Mon compte retraite »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FA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 — Médiation numérique  ·  Ateliers pour débutants</a:t>
            </a:r>
            <a:endParaRPr lang="en-US" sz="13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CF22247-3FF2-272A-8A7B-78CBB5F34431}"/>
              </a:ext>
            </a:extLst>
          </p:cNvPr>
          <p:cNvSpPr txBox="1"/>
          <p:nvPr/>
        </p:nvSpPr>
        <p:spPr>
          <a:xfrm>
            <a:off x="0" y="657860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2507</Words>
  <Application>Microsoft Office PowerPoint</Application>
  <PresentationFormat>Grand écran</PresentationFormat>
  <Paragraphs>368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retraite en ligne</dc:title>
  <dc:subject>PptxGenJS Presentation</dc:subject>
  <dc:creator>Yggdrasil – Médiation numérique</dc:creator>
  <cp:lastModifiedBy>titi 23</cp:lastModifiedBy>
  <cp:revision>3</cp:revision>
  <dcterms:created xsi:type="dcterms:W3CDTF">2026-06-19T07:23:32Z</dcterms:created>
  <dcterms:modified xsi:type="dcterms:W3CDTF">2026-09-08T11:33:01Z</dcterms:modified>
</cp:coreProperties>
</file>